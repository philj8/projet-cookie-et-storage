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7" r:id="rId5"/>
    <p:sldId id="264" r:id="rId6"/>
    <p:sldId id="261" r:id="rId7"/>
    <p:sldId id="263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5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85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9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00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4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96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354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97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73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22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8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50BF2-F9DB-48FF-8A4B-DC973A13D524}" type="datetimeFigureOut">
              <a:rPr lang="fr-FR" smtClean="0"/>
              <a:t>07/06/2020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6BAEF50-1A12-405F-944B-C0BAADFB388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61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CC99C-0D8E-4F5D-9C87-F5A3D47D8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1226916"/>
            <a:ext cx="8637073" cy="1574157"/>
          </a:xfrm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8697AF-7761-4F19-808E-8C1DA1CE5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d’un site qui permet d’identifier un Utilisation et d’accéder à une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1427108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3D6E9-1FDB-4484-A8B6-03CE3C45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Création d’une base de données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C6F933D-7437-43BA-AED7-EE17F3F2A9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41232" t="33442" r="30845" b="30420"/>
          <a:stretch/>
        </p:blipFill>
        <p:spPr>
          <a:xfrm>
            <a:off x="1493134" y="2440126"/>
            <a:ext cx="3802854" cy="2768481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972B87-657F-45A8-94C5-96CA7F3B58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Installation d’une VM avec linux Debian</a:t>
            </a:r>
          </a:p>
          <a:p>
            <a:r>
              <a:rPr lang="fr-FR" dirty="0"/>
              <a:t>Utilisation de </a:t>
            </a:r>
            <a:r>
              <a:rPr lang="fr-FR" dirty="0" err="1"/>
              <a:t>mysql</a:t>
            </a:r>
            <a:endParaRPr lang="fr-FR" dirty="0"/>
          </a:p>
          <a:p>
            <a:r>
              <a:rPr lang="fr-FR" dirty="0"/>
              <a:t>Installation d’un serveur apache2</a:t>
            </a:r>
          </a:p>
        </p:txBody>
      </p:sp>
    </p:spTree>
    <p:extLst>
      <p:ext uri="{BB962C8B-B14F-4D97-AF65-F5344CB8AC3E}">
        <p14:creationId xmlns:p14="http://schemas.microsoft.com/office/powerpoint/2010/main" val="3946238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9C0FD-AC64-4157-A8C1-8EF436E8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Formulaire d’inscription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71EC11F-B573-400C-9CCB-CD62D92DD2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428975"/>
            <a:ext cx="4645025" cy="2612826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E2C865-E3C1-46B3-8F27-A1A8926BF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33915"/>
            <a:ext cx="5181600" cy="3426106"/>
          </a:xfrm>
        </p:spPr>
        <p:txBody>
          <a:bodyPr>
            <a:normAutofit/>
          </a:bodyPr>
          <a:lstStyle/>
          <a:p>
            <a:r>
              <a:rPr lang="fr-FR" dirty="0"/>
              <a:t>Une page html </a:t>
            </a:r>
          </a:p>
          <a:p>
            <a:endParaRPr lang="fr-FR" dirty="0"/>
          </a:p>
          <a:p>
            <a:r>
              <a:rPr lang="fr-FR" dirty="0"/>
              <a:t>Mise en place d’un script </a:t>
            </a:r>
            <a:r>
              <a:rPr lang="fr-FR" dirty="0" err="1"/>
              <a:t>css</a:t>
            </a:r>
            <a:endParaRPr lang="fr-FR" dirty="0"/>
          </a:p>
          <a:p>
            <a:endParaRPr lang="fr-FR" dirty="0"/>
          </a:p>
          <a:p>
            <a:r>
              <a:rPr lang="fr-FR" dirty="0"/>
              <a:t>Page d’inscription pour permettre l’identification de l’utilisateur</a:t>
            </a:r>
          </a:p>
        </p:txBody>
      </p:sp>
    </p:spTree>
    <p:extLst>
      <p:ext uri="{BB962C8B-B14F-4D97-AF65-F5344CB8AC3E}">
        <p14:creationId xmlns:p14="http://schemas.microsoft.com/office/powerpoint/2010/main" val="127352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8BB52-ADF8-4E70-A8A7-8AC88A6E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Page d’identification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8D9DB164-3A60-45E8-8AA8-BE5A9BC1D0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428975"/>
            <a:ext cx="4645025" cy="2612826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BE1FC8-FDC3-4395-AA68-0263A85C85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Une page html permet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Mise en place d’un script </a:t>
            </a:r>
            <a:r>
              <a:rPr lang="fr-FR" dirty="0" err="1"/>
              <a:t>css</a:t>
            </a:r>
            <a:endParaRPr lang="fr-FR" dirty="0"/>
          </a:p>
          <a:p>
            <a:endParaRPr lang="fr-FR" dirty="0"/>
          </a:p>
          <a:p>
            <a:r>
              <a:rPr lang="fr-FR" dirty="0"/>
              <a:t>Page d’inscription pour permettre l’identification de l’utilisateur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204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C78E5-6EB0-4385-A754-A48DB4D5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du MCD D’un projet de registre de photographies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698D353-2EFA-4EFE-A59F-E521A39A6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651" y="2016125"/>
            <a:ext cx="4879022" cy="3449638"/>
          </a:xfrm>
        </p:spPr>
      </p:pic>
    </p:spTree>
    <p:extLst>
      <p:ext uri="{BB962C8B-B14F-4D97-AF65-F5344CB8AC3E}">
        <p14:creationId xmlns:p14="http://schemas.microsoft.com/office/powerpoint/2010/main" val="323461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5683FB-05C4-4771-99F8-5F1D1CB4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La validation de la page </a:t>
            </a:r>
            <a:r>
              <a:rPr lang="fr-FR" dirty="0" err="1"/>
              <a:t>d’idenTiFIcation</a:t>
            </a:r>
            <a:r>
              <a:rPr lang="fr-FR" dirty="0"/>
              <a:t> permet à l’utilisateur d’accéder à la base de donnée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3EC9057-3A25-42C7-8296-FBDA674F48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428975"/>
            <a:ext cx="4645025" cy="2612826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7D61FC-CF21-4B4C-978E-9AE70AA79A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Base de données</a:t>
            </a:r>
          </a:p>
          <a:p>
            <a:r>
              <a:rPr lang="fr-FR" dirty="0"/>
              <a:t>Il conviendra de faire coïncider la table User de Login avec la table User ou Client de INPHOTOTHEQUE </a:t>
            </a:r>
          </a:p>
        </p:txBody>
      </p:sp>
    </p:spTree>
    <p:extLst>
      <p:ext uri="{BB962C8B-B14F-4D97-AF65-F5344CB8AC3E}">
        <p14:creationId xmlns:p14="http://schemas.microsoft.com/office/powerpoint/2010/main" val="86992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86882-320A-4C86-B8DA-49C0C6A9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de </a:t>
            </a:r>
            <a:r>
              <a:rPr lang="fr-FR" dirty="0" err="1"/>
              <a:t>déboggage</a:t>
            </a:r>
            <a:r>
              <a:rPr lang="fr-FR" dirty="0"/>
              <a:t> des base de données</a:t>
            </a:r>
          </a:p>
        </p:txBody>
      </p:sp>
      <p:pic>
        <p:nvPicPr>
          <p:cNvPr id="22" name="Espace réservé du contenu 21">
            <a:extLst>
              <a:ext uri="{FF2B5EF4-FFF2-40B4-BE49-F238E27FC236}">
                <a16:creationId xmlns:a16="http://schemas.microsoft.com/office/drawing/2014/main" id="{0F8E602F-AC2C-4A6E-965D-2763A181AB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85" y="2106592"/>
            <a:ext cx="5464215" cy="3299610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E05A27-4D76-45C5-B32D-47FFBBD515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La base de donnée comporte 9 tables </a:t>
            </a:r>
          </a:p>
          <a:p>
            <a:r>
              <a:rPr lang="fr-FR" dirty="0"/>
              <a:t>Les liaisons et pour faciliter l’agencement de la base de données, notamment avec les clés étrangères. Il convient de prévoir 12 tables.</a:t>
            </a:r>
          </a:p>
        </p:txBody>
      </p:sp>
    </p:spTree>
    <p:extLst>
      <p:ext uri="{BB962C8B-B14F-4D97-AF65-F5344CB8AC3E}">
        <p14:creationId xmlns:p14="http://schemas.microsoft.com/office/powerpoint/2010/main" val="14402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CA202-DF14-472D-99D3-9551913F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données et photographies ne sont pas libres de droit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59B3034-86AC-4C1E-90A1-2F327A114D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0760" r="1"/>
          <a:stretch/>
        </p:blipFill>
        <p:spPr>
          <a:xfrm>
            <a:off x="1270660" y="2002319"/>
            <a:ext cx="4822165" cy="3039482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DD8F44-8953-4EFF-A283-99C4253E52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Exemple de code qu’il est possible de réaliser</a:t>
            </a:r>
          </a:p>
          <a:p>
            <a:r>
              <a:rPr lang="fr-FR" dirty="0"/>
              <a:t>L’intérêt de réaliser une base de donnée de ce type est de permettre d’identifier un cliché en fonction des outils nécessaires à sa réalisation et d’identifier clairement l’auteur, etc…</a:t>
            </a:r>
          </a:p>
        </p:txBody>
      </p:sp>
    </p:spTree>
    <p:extLst>
      <p:ext uri="{BB962C8B-B14F-4D97-AF65-F5344CB8AC3E}">
        <p14:creationId xmlns:p14="http://schemas.microsoft.com/office/powerpoint/2010/main" val="2154330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1068DE-0112-4F8B-B7C1-BA82BF4C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La validation de la page </a:t>
            </a:r>
            <a:r>
              <a:rPr lang="fr-FR" dirty="0" err="1"/>
              <a:t>d’idenTIfication</a:t>
            </a:r>
            <a:r>
              <a:rPr lang="fr-FR" dirty="0"/>
              <a:t> permet à l’utilisateur A un site de vente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99ECAA6-6B4A-483F-916C-E726132555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7918" t="19345" r="14845" b="-1563"/>
          <a:stretch/>
        </p:blipFill>
        <p:spPr>
          <a:xfrm>
            <a:off x="1282535" y="2017344"/>
            <a:ext cx="4530743" cy="3116334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D57EBF-2D24-4174-9619-CAF73ED989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Pour faciliter l’exercice il est possible d’accéder provisoirement à un site de vente en ligne fictif</a:t>
            </a:r>
          </a:p>
          <a:p>
            <a:r>
              <a:rPr lang="fr-FR" dirty="0"/>
              <a:t>L’utilisation du cookie permet de sécuriser l’identification de la personne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38073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246</TotalTime>
  <Words>244</Words>
  <Application>Microsoft Office PowerPoint</Application>
  <PresentationFormat>Grand écran</PresentationFormat>
  <Paragraphs>31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Times New Roman</vt:lpstr>
      <vt:lpstr>Galerie</vt:lpstr>
      <vt:lpstr>Mini-projet</vt:lpstr>
      <vt:lpstr>Création d’une base de données</vt:lpstr>
      <vt:lpstr>Formulaire d’inscription</vt:lpstr>
      <vt:lpstr>Page d’identification</vt:lpstr>
      <vt:lpstr>Présentation du MCD D’un projet de registre de photographies</vt:lpstr>
      <vt:lpstr>La validation de la page d’idenTiFIcation permet à l’utilisateur d’accéder à la base de donnée</vt:lpstr>
      <vt:lpstr>Étape de déboggage des base de données</vt:lpstr>
      <vt:lpstr>Les données et photographies ne sont pas libres de droit</vt:lpstr>
      <vt:lpstr>La validation de la page d’idenTIfication permet à l’utilisateur A un site de vente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Mini-projet</dc:title>
  <dc:creator>Philippe Jundt</dc:creator>
  <cp:lastModifiedBy>Philippe Jundt</cp:lastModifiedBy>
  <cp:revision>13</cp:revision>
  <dcterms:created xsi:type="dcterms:W3CDTF">2020-06-03T17:39:58Z</dcterms:created>
  <dcterms:modified xsi:type="dcterms:W3CDTF">2020-06-07T12:31:19Z</dcterms:modified>
</cp:coreProperties>
</file>